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12343F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548640"/>
            <a:ext cx="2377440" cy="2377440"/>
          </a:xfrm>
          <a:prstGeom prst="ellipse">
            <a:avLst/>
          </a:prstGeom>
          <a:solidFill>
            <a:srgbClr val="027A8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27A8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8961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 ·  CONCEPTS &amp; APPROACH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Structured-Output Workflow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messy text into clean, validated JSON with a multi-step LLM pipeline.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text in, structured data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job postings are unstructured — free-form prose, inconsistent wording, scattered details.</a:t>
            </a:r>
            <a:endParaRPr lang="en-US" sz="15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convert any posting into clean JSON with the right fields and the right types.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returning roughly-correct JSON is not enough — the structure must be guaranteed.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0" y="1783080"/>
            <a:ext cx="2926080" cy="2286000"/>
          </a:xfrm>
          <a:prstGeom prst="roundRect">
            <a:avLst>
              <a:gd name="adj" fmla="val 4800"/>
            </a:avLst>
          </a:prstGeom>
          <a:solidFill>
            <a:srgbClr val="0F2A33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2057400"/>
            <a:ext cx="566928" cy="566928"/>
          </a:xfrm>
          <a:prstGeom prst="ellipse">
            <a:avLst/>
          </a:prstGeom>
          <a:solidFill>
            <a:srgbClr val="16C0A6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4" y="22037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6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309067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must validate — every single time.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Workflow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three-stage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1F6F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1892" y="2084832"/>
            <a:ext cx="768096" cy="768096"/>
          </a:xfrm>
          <a:prstGeom prst="ellipse">
            <a:avLst/>
          </a:prstGeom>
          <a:solidFill>
            <a:srgbClr val="027A8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1520" y="33101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the messy text and returns JSON.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081528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1F6F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6532" y="2084832"/>
            <a:ext cx="768096" cy="768096"/>
          </a:xfrm>
          <a:prstGeom prst="ellipse">
            <a:avLst/>
          </a:prstGeom>
          <a:solidFill>
            <a:srgbClr val="0A8E9C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23042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8E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38328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3566160" y="33101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is checked against a strict schema.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16168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17920" y="18288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1F6F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91172" y="2084832"/>
            <a:ext cx="768096" cy="768096"/>
          </a:xfrm>
          <a:prstGeom prst="ellipse">
            <a:avLst/>
          </a:prstGeom>
          <a:solidFill>
            <a:srgbClr val="16C0A6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28" y="230428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8251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21792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6400800" y="33101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sent back to the model to fix.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loop? LLMs are probabilistic — a single prompt isn't reliable, so the pipeline checks and corrects itself.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Workflow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messy input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0F2A33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240280"/>
            <a:ext cx="731520" cy="731520"/>
          </a:xfrm>
          <a:prstGeom prst="ellipse">
            <a:avLst/>
          </a:prstGeom>
          <a:solidFill>
            <a:srgbClr val="027A8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24597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data/*.txt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postings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54680" y="182880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several real job postings as plain-text test cases.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included incomplete ones — missing a company or a location — to stress-test the pipeline.</a:t>
            </a:r>
            <a:endParaRPr lang="en-US" sz="15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Varied, genuinely messy input is what forces the validation step to do real work.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Workflow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schema — a validation contract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defines the exact fields, their types, and which are required versus optional. It is the single source of truth the output must conform 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F1F6F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24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enforces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names, data types, and required fields — e.g. salary must be a number, skills must be a list.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2514600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E7F1F1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2724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schema library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312724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both defines the structure and validates it automatically, returning a clear error that drives the repair step.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Workflow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carefully worded prompt instructs the model to return only JSON that matches the schema.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light reasoning: turning salary text into numbers, inferring true/false fields, and collecting scattered skills into a list.</a:t>
            </a:r>
            <a:endParaRPr lang="en-US" sz="15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low-cost model is more than enough for structured extraction like this.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63640" y="178308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0F2A33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14032" y="2194560"/>
            <a:ext cx="713232" cy="713232"/>
          </a:xfrm>
          <a:prstGeom prst="ellipse">
            <a:avLst/>
          </a:prstGeom>
          <a:solidFill>
            <a:srgbClr val="0A8E9C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24140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text  →  JSON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6364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for structure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Workflow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 repair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parsed and checked against the schema. If it fails, the exact error is sent back to the model with a request to fix it — up to a capped number of attempts.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handing the model its precise error makes correction reliable, instead of a blind retry.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0175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1F6F7"/>
          </a:solidFill>
          <a:ln w="19050">
            <a:solidFill>
              <a:srgbClr val="027A87"/>
            </a:solidFill>
            <a:prstDash val="solid"/>
          </a:ln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06040" y="30175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30175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1F6F7"/>
          </a:solidFill>
          <a:ln w="19050">
            <a:solidFill>
              <a:srgbClr val="0A8E9C"/>
            </a:solidFill>
            <a:prstDash val="solid"/>
          </a:ln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30175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72200" y="30175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1F6F7"/>
          </a:solidFill>
          <a:ln w="19050">
            <a:solidFill>
              <a:srgbClr val="16C0A6"/>
            </a:solidFill>
            <a:prstDash val="solid"/>
          </a:ln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→  the validated JSON is saved.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 →  the exact error loops back to Repair  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Workflow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can cause hallucination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required fields were genuinely missing from a posting, the repair loop pressured the model into inventing plausible values — just to make validation pass.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make truly-optional fields optional, and explicitly instruct the model to return null instead of guessing.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640080" cy="640080"/>
          </a:xfrm>
          <a:prstGeom prst="ellipse">
            <a:avLst/>
          </a:prstGeom>
          <a:solidFill>
            <a:srgbClr val="027A8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96596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2651760"/>
            <a:ext cx="2788920" cy="1463040"/>
          </a:xfrm>
          <a:prstGeom prst="roundRect">
            <a:avLst>
              <a:gd name="adj" fmla="val 7500"/>
            </a:avLst>
          </a:prstGeom>
          <a:solidFill>
            <a:srgbClr val="0F2A33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2816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89320" y="309067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schema enforces structure; only the prompt can enforce truthfulness.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Workflow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of defense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1F6F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603504" cy="603504"/>
          </a:xfrm>
          <a:prstGeom prst="ellipse">
            <a:avLst/>
          </a:prstGeom>
          <a:solidFill>
            <a:srgbClr val="027A8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848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alignment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the allowed values up front, preventing predictable errors.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1F6F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2084832"/>
            <a:ext cx="603504" cy="603504"/>
          </a:xfrm>
          <a:prstGeom prst="ellipse">
            <a:avLst/>
          </a:prstGeom>
          <a:solidFill>
            <a:srgbClr val="027A8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9312" y="20848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28163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absorb harmless variations, such as differences in capitalization.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1F6F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2084832"/>
            <a:ext cx="603504" cy="603504"/>
          </a:xfrm>
          <a:prstGeom prst="ellipse">
            <a:avLst/>
          </a:prstGeom>
          <a:solidFill>
            <a:srgbClr val="16C0A6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73952" y="20848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28163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loop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46520" y="3246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net for genuine, unanticipated edge cases the first two layers miss.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most inputs validate on the first attempt — the loop stays ready for surprises.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Workflow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18120" y="411480"/>
            <a:ext cx="777240" cy="777240"/>
          </a:xfrm>
          <a:prstGeom prst="ellipse">
            <a:avLst/>
          </a:prstGeom>
          <a:solidFill>
            <a:srgbClr val="F1F6F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612648"/>
            <a:ext cx="374904" cy="374904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Library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Role in the pipeline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(Claude)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LLM that performs both the extraction and the repair.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schema and validates structure and types.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python-dotenv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the API key securely from a local file, kept out of code.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 (standard library)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Parses the model's text output into usable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pathlib  (standard library)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input files and writes the JSON results.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Workflow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108960"/>
            <a:ext cx="3840480" cy="3840480"/>
          </a:xfrm>
          <a:prstGeom prst="ellipse">
            <a:avLst/>
          </a:prstGeom>
          <a:solidFill>
            <a:srgbClr val="12343F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749040"/>
            <a:ext cx="2194560" cy="2194560"/>
          </a:xfrm>
          <a:prstGeom prst="ellipse">
            <a:avLst/>
          </a:prstGeom>
          <a:solidFill>
            <a:srgbClr val="027A8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027A87"/>
          </a:solidFill>
          <a:ln/>
          <a:effectLst>
            <a:outerShdw sx="100000" sy="100000" kx="0" ky="0" algn="bl" rotWithShape="0" blurRad="88900" dist="38100" dir="5400000">
              <a:srgbClr val="0A1F26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3210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DEMONSTRATES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4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for reliable, structured output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4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Schema-based validation as a hard contract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4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error-driven self-correction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4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an extraction tool against hallucination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6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comes from prompting; trust comes from design.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Structured-Output Workflow</dc:title>
  <dc:subject>PptxGenJS Presentation</dc:subject>
  <dc:creator>Mini-Project</dc:creator>
  <cp:lastModifiedBy>Mini-Project</cp:lastModifiedBy>
  <cp:revision>1</cp:revision>
  <dcterms:created xsi:type="dcterms:W3CDTF">2026-06-09T16:35:47Z</dcterms:created>
  <dcterms:modified xsi:type="dcterms:W3CDTF">2026-06-09T16:35:47Z</dcterms:modified>
</cp:coreProperties>
</file>